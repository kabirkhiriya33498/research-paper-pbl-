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EFCD87-5C37-4901-B036-163360737DB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2F762-5EC9-4F99-A75B-737F966540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959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E2F762-5EC9-4F99-A75B-737F9665405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900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3DA5B-2002-A319-3CEF-36430AF57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2DE02A-EF46-B9B8-46B8-E83FA9072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EA7CC-2D4F-B28D-C18B-BFD5041F1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4DF56-E9ED-483D-9784-97426BFB4907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98C4D-4CE3-50D1-60B2-EEBA0F58E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CCC6E-2E1F-0B4B-3064-E8CA4CC04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2CB02-162F-4A85-B468-40BD80F46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334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AB334-FA98-2710-F185-AA4F860EA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8291F-BA9C-5C0B-5C1C-F73992304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4D589-D282-46E7-A052-494D88A1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4DF56-E9ED-483D-9784-97426BFB4907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2EC65-B25B-9A82-C3FE-5F33A32DB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A71FB-2DA6-B06F-9E03-B84ED121C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2CB02-162F-4A85-B468-40BD80F46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470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BD221-B9D7-4D40-48BE-D25761FDA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07055-FFEA-C093-2F2E-BF92BFE7A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C9525-A706-1BCB-7E22-BFE4B6919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4DF56-E9ED-483D-9784-97426BFB4907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B0A02-BF7B-F947-67AE-A38097684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B04D7-99AF-D9DD-058C-59B255400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2CB02-162F-4A85-B468-40BD80F46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815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ADCD0-C3FA-94FF-225E-545403792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EB6B5-5EC6-1975-1F13-AD00548092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05BC8C-32BB-04BD-AD68-3588D547A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82C63-964F-95C6-EA5A-B8A186A4D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4DF56-E9ED-483D-9784-97426BFB4907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D2229-7E99-3B57-1D4D-C0314B636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5B994-3C22-C9F1-B631-E5C83AC11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2CB02-162F-4A85-B468-40BD80F46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35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842CD-2EE5-9230-6E23-1F4C98342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E0ECD-31E2-8CA6-0D12-7362A5489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E26C65-AA6A-CBCC-111D-2E3BB7C713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79E6FF-5AA0-3462-DCD8-1338D0EC3A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63A48D-824D-858F-B257-6EDB911AAE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8ED95-D427-746D-9D8A-57E403B42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4DF56-E9ED-483D-9784-97426BFB4907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28DF38-A7BD-E8EA-C88D-CEF82BEEF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18254D-3A7C-1148-1EAD-4F45B3A4C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2CB02-162F-4A85-B468-40BD80F46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944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6A149-35FA-E3BE-45EA-1BFBE7B4B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61B4E5-2FC2-AED1-73EF-1C1822280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4DF56-E9ED-483D-9784-97426BFB4907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A085C0-43BE-12C0-6D57-FCA575E62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075D7-A658-5A88-7967-5C879A1A9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2CB02-162F-4A85-B468-40BD80F46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455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2017C9-63FD-A1EE-F69A-EFFB1E0A7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4DF56-E9ED-483D-9784-97426BFB4907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FD3717-51BB-A60A-73B1-302F74FEE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D44FD-6A75-8573-94CC-603F0D407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2CB02-162F-4A85-B468-40BD80F46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69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B4F1C-814A-ABE4-EBDF-ED8C19976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5A2C6-BD9E-2E44-9661-0C04C53E2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7AE9CE-62D3-E346-839A-96B5AD2121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6E345-8B2E-C4DD-AEFA-162C97F51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4DF56-E9ED-483D-9784-97426BFB4907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3D938A-C22A-080F-FF2E-87540604F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D1D3FE-74D7-51BD-34DB-70DE73C85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2CB02-162F-4A85-B468-40BD80F46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49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7FEF4-08E3-E18B-F875-A76765DFE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D5BA25-3380-6D92-7E98-2CC652BA6E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550BEC-59C4-5B6F-82C2-2450099460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ACDBE-E2AF-D9BC-4CD4-C0837B45D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4DF56-E9ED-483D-9784-97426BFB4907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76D70-3B3C-DBCF-F49A-D884347D5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136C9-FFF5-C59D-7967-F5A22FA66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2CB02-162F-4A85-B468-40BD80F46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142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E2D20-C69F-50F9-7247-96A10DC5A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94D089-BF40-1B43-F392-4E4EA1F266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10D3E-3A84-EDA3-059F-B46223F6A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4DF56-E9ED-483D-9784-97426BFB4907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AF258-889F-D67F-2CE6-5EB87FC0B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6B972-42B0-20F9-E11D-860235D28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2CB02-162F-4A85-B468-40BD80F46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030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E4B0E5-88D8-E655-18A3-FCA1047C55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9D3F7B-669E-2EAB-9143-93AC64614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BDE7C-5D26-7831-26AC-CBAED097D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4DF56-E9ED-483D-9784-97426BFB4907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358BD-485E-58F3-754D-86A1DACC2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ED59A-3691-04B3-1EFD-0C935BE41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2CB02-162F-4A85-B468-40BD80F46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53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F9080D-F6C6-809C-E003-D7593AF0F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B70C31-9F63-DACB-1451-A4C513071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FD69C-EC59-3BB8-E0AB-AB2966FAE1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44DF56-E9ED-483D-9784-97426BFB4907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7C168-0E9F-3517-D2C1-B2C4699AD8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BC7F0-F6CD-01D2-0F14-EC0524AA40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2CB02-162F-4A85-B468-40BD80F46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333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0F644B7-B556-B370-7206-15C209435C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027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E87DD2-51A6-E911-602C-36123E217A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080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7D530C-BA6F-18A0-A31F-787C220E75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655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58BFDF-D541-BC87-CD40-C24872987E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63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18D33B-8DDA-F492-6879-B34BB74438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500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CC71F1-38C8-8A3A-29BA-A7B2729315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478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D2DD7B-427A-5DD0-2617-FD6F35A6D1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868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911C6B-40F1-E454-76D7-D9CBA09BD7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657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391A1E-53CF-023B-3324-1817F3E234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882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[BTECH-005-2023-24] KABIR</dc:creator>
  <cp:lastModifiedBy>[BTECH-005-2023-24] KABIR</cp:lastModifiedBy>
  <cp:revision>1</cp:revision>
  <dcterms:created xsi:type="dcterms:W3CDTF">2026-02-15T15:01:46Z</dcterms:created>
  <dcterms:modified xsi:type="dcterms:W3CDTF">2026-02-15T15:01:46Z</dcterms:modified>
</cp:coreProperties>
</file>